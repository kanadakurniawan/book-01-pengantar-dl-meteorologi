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282728"/>
      </a:dk1>
      <a:lt1>
        <a:srgbClr val="FDFDFD"/>
      </a:lt1>
      <a:dk2>
        <a:srgbClr val="282728"/>
      </a:dk2>
      <a:lt2>
        <a:srgbClr val="E6E6E6"/>
      </a:lt2>
      <a:accent1>
        <a:srgbClr val="006CAC"/>
      </a:accent1>
      <a:accent2>
        <a:srgbClr val="08A88A"/>
      </a:accent2>
      <a:accent3>
        <a:srgbClr val="1178C4"/>
      </a:accent3>
      <a:accent4>
        <a:srgbClr val="6B7280"/>
      </a:accent4>
      <a:accent5>
        <a:srgbClr val="ECE9E9"/>
      </a:accent5>
      <a:accent6>
        <a:srgbClr val="006CAC"/>
      </a:accent6>
      <a:hlink>
        <a:srgbClr val="1178C4"/>
      </a:hlink>
      <a:folHlink>
        <a:srgbClr val="08A88A"/>
      </a:folHlink>
    </a:clrScheme>
    <a:fontScheme name="Office">
      <a:majorFont>
        <a:latin typeface="Google Sans"/>
        <a:ea typeface=""/>
        <a:cs typeface=""/>
      </a:majorFont>
      <a:minorFont>
        <a:latin typeface="Goog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